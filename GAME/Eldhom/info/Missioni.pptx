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</p:sldIdLst>
  <p:sldSz cx="990346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5D01"/>
    <a:srgbClr val="CBA36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2"/>
        <p:guide pos="308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690" y="1143000"/>
            <a:ext cx="445662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73789" y="914400"/>
            <a:ext cx="7959921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73789" y="3560400"/>
            <a:ext cx="7959921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94205" y="1490400"/>
            <a:ext cx="8910316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17133" y="3848400"/>
            <a:ext cx="6310621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17133" y="4615200"/>
            <a:ext cx="6310621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94205" y="1501200"/>
            <a:ext cx="4205131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8163" y="1501200"/>
            <a:ext cx="4205131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4205" y="1429200"/>
            <a:ext cx="4339648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94205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065319" y="1421729"/>
            <a:ext cx="4339648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065319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94205" y="1555200"/>
            <a:ext cx="425084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158450" y="1555200"/>
            <a:ext cx="4246071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313760" y="914400"/>
            <a:ext cx="848045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42770" y="914400"/>
            <a:ext cx="744817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94205" y="774000"/>
            <a:ext cx="891324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73789" y="2484000"/>
            <a:ext cx="7959921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73789" y="3560400"/>
            <a:ext cx="7959921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73789" y="914400"/>
            <a:ext cx="7959921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73789" y="3560400"/>
            <a:ext cx="7959921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94205" y="1490400"/>
            <a:ext cx="8910316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17133" y="3848400"/>
            <a:ext cx="6310621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17133" y="4615200"/>
            <a:ext cx="6310621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94205" y="1501200"/>
            <a:ext cx="4205131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8163" y="1501200"/>
            <a:ext cx="4205131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4205" y="1429200"/>
            <a:ext cx="4339648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94205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065319" y="1421729"/>
            <a:ext cx="4339648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065319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94205" y="1555200"/>
            <a:ext cx="425084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158450" y="1555200"/>
            <a:ext cx="4246071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313760" y="914400"/>
            <a:ext cx="848045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42770" y="914400"/>
            <a:ext cx="744817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94205" y="774000"/>
            <a:ext cx="891324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73789" y="2484000"/>
            <a:ext cx="7959921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73789" y="3560400"/>
            <a:ext cx="7959921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94205" y="608400"/>
            <a:ext cx="8910316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94205" y="1490400"/>
            <a:ext cx="8910316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97130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43440" y="6314400"/>
            <a:ext cx="3216721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211303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94205" y="608400"/>
            <a:ext cx="8910316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94205" y="1490400"/>
            <a:ext cx="8910316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97130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43440" y="6314400"/>
            <a:ext cx="3216721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211303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99955962-a56b-4ad6-894c-2553115208c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" y="282893"/>
            <a:ext cx="9431020" cy="629221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>
            <a:off x="2628900" y="4402455"/>
            <a:ext cx="1270" cy="124968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5372100" y="3152775"/>
            <a:ext cx="1270" cy="124968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951730" y="4371975"/>
            <a:ext cx="1270" cy="124968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731000" y="3152775"/>
            <a:ext cx="1270" cy="124968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97200" y="2599690"/>
            <a:ext cx="2382520" cy="508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370830" y="1533525"/>
            <a:ext cx="0" cy="95821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Flowchart: Off-page Connector 18"/>
          <p:cNvSpPr/>
          <p:nvPr/>
        </p:nvSpPr>
        <p:spPr>
          <a:xfrm rot="16200000">
            <a:off x="7648575" y="136144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T1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0" name="Flowchart: Off-page Connector 19"/>
          <p:cNvSpPr/>
          <p:nvPr/>
        </p:nvSpPr>
        <p:spPr>
          <a:xfrm rot="5400000">
            <a:off x="2220595" y="136144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T2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1" name="Flowchart: Off-page Connector 20"/>
          <p:cNvSpPr/>
          <p:nvPr/>
        </p:nvSpPr>
        <p:spPr>
          <a:xfrm rot="5400000">
            <a:off x="5709285" y="-38481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L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261870" y="545909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S1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2707640" y="545909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S2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545330" y="53092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991100" y="53092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545330" y="449389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C3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5005705" y="4013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451475" y="4013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5005705" y="234505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G4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5451475" y="2108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G5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853555" y="4013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G3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6050280" y="51822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A2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371600" y="221488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T2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709410" y="1644015"/>
            <a:ext cx="75565" cy="3505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endParaRPr lang="en-US" sz="1600" b="1">
              <a:latin typeface="Cormorant Garamond" charset="0"/>
              <a:cs typeface="Cormorant Garamond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709410" y="2680335"/>
            <a:ext cx="75565" cy="3505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0"/>
          <a:p>
            <a:pPr algn="ctr"/>
            <a:endParaRPr lang="en-US" sz="1600" b="1">
              <a:latin typeface="Cormorant Garamond" charset="0"/>
              <a:cs typeface="Cormorant Garamond" charset="0"/>
            </a:endParaRPr>
          </a:p>
        </p:txBody>
      </p:sp>
      <p:grpSp>
        <p:nvGrpSpPr>
          <p:cNvPr id="44" name="Group 43"/>
          <p:cNvGrpSpPr>
            <a:grpSpLocks noChangeAspect="1"/>
          </p:cNvGrpSpPr>
          <p:nvPr/>
        </p:nvGrpSpPr>
        <p:grpSpPr>
          <a:xfrm>
            <a:off x="137036" y="6684010"/>
            <a:ext cx="895907" cy="839661"/>
            <a:chOff x="5447" y="4415"/>
            <a:chExt cx="1752" cy="1641"/>
          </a:xfrm>
        </p:grpSpPr>
        <p:sp>
          <p:nvSpPr>
            <p:cNvPr id="40" name="Arc 39"/>
            <p:cNvSpPr/>
            <p:nvPr/>
          </p:nvSpPr>
          <p:spPr>
            <a:xfrm rot="5400000">
              <a:off x="5538" y="4323"/>
              <a:ext cx="1565" cy="1748"/>
            </a:xfrm>
            <a:prstGeom prst="arc">
              <a:avLst>
                <a:gd name="adj1" fmla="val 17528383"/>
                <a:gd name="adj2" fmla="val 21329357"/>
              </a:avLst>
            </a:prstGeom>
            <a:ln w="317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264" y="5113"/>
              <a:ext cx="120" cy="943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 rot="1620000">
              <a:off x="6239" y="5330"/>
              <a:ext cx="960" cy="119"/>
            </a:xfrm>
            <a:prstGeom prst="roundRect">
              <a:avLst>
                <a:gd name="adj" fmla="val 37597"/>
              </a:avLst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49" name="Text Box 48"/>
          <p:cNvSpPr txBox="1"/>
          <p:nvPr/>
        </p:nvSpPr>
        <p:spPr>
          <a:xfrm>
            <a:off x="3054350" y="164401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5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1365250" y="49053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1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3107055" y="50323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2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5650230" y="480885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3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7668895" y="369570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6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3919220" y="441960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4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60" name="Text Box 59"/>
          <p:cNvSpPr txBox="1"/>
          <p:nvPr/>
        </p:nvSpPr>
        <p:spPr>
          <a:xfrm>
            <a:off x="8282940" y="287591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T1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6424930" y="167640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7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62" name="Text Box 61"/>
          <p:cNvSpPr txBox="1"/>
          <p:nvPr/>
        </p:nvSpPr>
        <p:spPr>
          <a:xfrm>
            <a:off x="6426200" y="26803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8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2983865" y="369570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962775" y="342963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604260" y="455168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5358765" y="505079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747010" y="454533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43115" y="251587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 w="47625" cmpd="dbl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964305" y="192087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451100" y="210883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1" name="Flowchart: Off-page Connector 70"/>
          <p:cNvSpPr/>
          <p:nvPr/>
        </p:nvSpPr>
        <p:spPr>
          <a:xfrm rot="5400000" flipH="1" flipV="1">
            <a:off x="5488305" y="2569845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L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/_GLT_/Qt Prj/game_lib/GAME/Eldhom/info/Iso_Miss_00_SimB_00.pngIso_Miss_00_SimB_00"/>
          <p:cNvPicPr>
            <a:picLocks noChangeAspect="1"/>
          </p:cNvPicPr>
          <p:nvPr/>
        </p:nvPicPr>
        <p:blipFill>
          <a:blip r:embed="rId1"/>
          <a:srcRect t="5521" b="5521"/>
          <a:stretch>
            <a:fillRect/>
          </a:stretch>
        </p:blipFill>
        <p:spPr>
          <a:xfrm>
            <a:off x="236220" y="282893"/>
            <a:ext cx="9431020" cy="629221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>
            <a:off x="2228850" y="4163060"/>
            <a:ext cx="356870" cy="114617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4954905" y="3133090"/>
            <a:ext cx="354330" cy="113347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306570" y="5084445"/>
            <a:ext cx="128270" cy="48577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149340" y="3506470"/>
            <a:ext cx="275590" cy="98869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786380" y="2487295"/>
            <a:ext cx="2424430" cy="36639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434965" y="1837690"/>
            <a:ext cx="142875" cy="485775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Flowchart: Off-page Connector 18"/>
          <p:cNvSpPr/>
          <p:nvPr/>
        </p:nvSpPr>
        <p:spPr>
          <a:xfrm rot="16200000">
            <a:off x="7222490" y="169037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T1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0" name="Flowchart: Off-page Connector 19"/>
          <p:cNvSpPr/>
          <p:nvPr/>
        </p:nvSpPr>
        <p:spPr>
          <a:xfrm rot="5400000">
            <a:off x="2840355" y="970915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T2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1" name="Flowchart: Off-page Connector 20"/>
          <p:cNvSpPr/>
          <p:nvPr/>
        </p:nvSpPr>
        <p:spPr>
          <a:xfrm rot="5400000">
            <a:off x="5709285" y="-38481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L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910715" y="504444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S1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2521585" y="51339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S2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043680" y="52711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967605" y="545909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3423920" y="44735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C3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4665345" y="398970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019675" y="405574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4954905" y="252349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G4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5527675" y="2108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G5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181725" y="426656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G3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5552440" y="54260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A2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3319145" y="113411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T2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grpSp>
        <p:nvGrpSpPr>
          <p:cNvPr id="44" name="Group 43"/>
          <p:cNvGrpSpPr>
            <a:grpSpLocks noChangeAspect="1"/>
          </p:cNvGrpSpPr>
          <p:nvPr/>
        </p:nvGrpSpPr>
        <p:grpSpPr>
          <a:xfrm>
            <a:off x="137036" y="6684010"/>
            <a:ext cx="895907" cy="839661"/>
            <a:chOff x="5447" y="4415"/>
            <a:chExt cx="1752" cy="1641"/>
          </a:xfrm>
        </p:grpSpPr>
        <p:sp>
          <p:nvSpPr>
            <p:cNvPr id="40" name="Arc 39"/>
            <p:cNvSpPr/>
            <p:nvPr/>
          </p:nvSpPr>
          <p:spPr>
            <a:xfrm rot="5400000">
              <a:off x="5538" y="4323"/>
              <a:ext cx="1565" cy="1748"/>
            </a:xfrm>
            <a:prstGeom prst="arc">
              <a:avLst>
                <a:gd name="adj1" fmla="val 17528383"/>
                <a:gd name="adj2" fmla="val 21329357"/>
              </a:avLst>
            </a:prstGeom>
            <a:ln w="317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264" y="5113"/>
              <a:ext cx="120" cy="943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 rot="1620000">
              <a:off x="6239" y="5330"/>
              <a:ext cx="960" cy="119"/>
            </a:xfrm>
            <a:prstGeom prst="roundRect">
              <a:avLst>
                <a:gd name="adj" fmla="val 37597"/>
              </a:avLst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49" name="Text Box 48"/>
          <p:cNvSpPr txBox="1"/>
          <p:nvPr/>
        </p:nvSpPr>
        <p:spPr>
          <a:xfrm>
            <a:off x="3352165" y="18954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5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1313815" y="449834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1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2696845" y="483997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2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5145405" y="499427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3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3674745" y="433260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4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60" name="Text Box 59"/>
          <p:cNvSpPr txBox="1"/>
          <p:nvPr/>
        </p:nvSpPr>
        <p:spPr>
          <a:xfrm>
            <a:off x="7420610" y="309308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600" b="1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srgbClr val="BEBEBE">
                      <a:alpha val="70000"/>
                    </a:srgbClr>
                  </a:outerShdw>
                </a:effectLst>
                <a:latin typeface="Cormorant Garamond" charset="0"/>
                <a:cs typeface="Cormorant Garamond" charset="0"/>
              </a:rPr>
              <a:t>T1</a:t>
            </a:r>
            <a:endParaRPr lang="it-IT" altLang="en-US" sz="1600" b="1">
              <a:solidFill>
                <a:schemeClr val="accent6">
                  <a:lumMod val="50000"/>
                </a:schemeClr>
              </a:solidFill>
              <a:effectLst>
                <a:outerShdw blurRad="50800" dist="38100" dir="2700000" algn="tl" rotWithShape="0">
                  <a:srgbClr val="BEBEBE">
                    <a:alpha val="70000"/>
                  </a:srgbClr>
                </a:outerShdw>
              </a:effectLst>
              <a:latin typeface="Cormorant Garamond" charset="0"/>
              <a:cs typeface="Cormorant Garamond" charset="0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6339840" y="210883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it-IT" altLang="en-US" sz="1400" b="1">
                <a:ln w="3175">
                  <a:solidFill>
                    <a:sysClr val="windowText" lastClr="00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Calisto MT" panose="02040603050505030304" charset="0"/>
                <a:cs typeface="Calisto MT" panose="02040603050505030304" charset="0"/>
              </a:rPr>
              <a:t>7</a:t>
            </a:r>
            <a:endParaRPr lang="it-IT" altLang="en-US" sz="1400" b="1">
              <a:ln w="3175">
                <a:solidFill>
                  <a:sysClr val="windowText" lastClr="000000"/>
                </a:solidFill>
                <a:prstDash val="solid"/>
              </a:ln>
              <a:solidFill>
                <a:srgbClr val="FF0000"/>
              </a:solidFill>
              <a:effectLst/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2917190" y="300990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543675" y="380301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946525" y="445706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4544695" y="521017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623820" y="429069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43115" y="251587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 w="47625" cmpd="dbl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964305" y="1920875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585720" y="1560830"/>
            <a:ext cx="360000" cy="360000"/>
          </a:xfrm>
          <a:prstGeom prst="ellipse">
            <a:avLst/>
          </a:prstGeom>
          <a:solidFill>
            <a:srgbClr val="795D01">
              <a:alpha val="30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it-IT" altLang="en-US" sz="2400" b="1">
                <a:solidFill>
                  <a:schemeClr val="accent2">
                    <a:lumMod val="50000"/>
                  </a:schemeClr>
                </a:solidFill>
                <a:latin typeface="Cormorant Garamond" charset="0"/>
                <a:cs typeface="Cormorant Garamond" charset="0"/>
              </a:rPr>
              <a:t>G</a:t>
            </a:r>
            <a:endParaRPr lang="it-IT" altLang="en-US" sz="2400" b="1">
              <a:solidFill>
                <a:schemeClr val="accent2">
                  <a:lumMod val="50000"/>
                </a:schemeClr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1" name="Flowchart: Off-page Connector 70"/>
          <p:cNvSpPr/>
          <p:nvPr/>
        </p:nvSpPr>
        <p:spPr>
          <a:xfrm rot="5400000" flipH="1" flipV="1">
            <a:off x="5488305" y="2698750"/>
            <a:ext cx="200660" cy="259715"/>
          </a:xfrm>
          <a:prstGeom prst="flowChartOffpage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" wrap="square" lIns="0" tIns="0" rIns="0" bIns="0" rtlCol="0" anchor="ctr" anchorCtr="0"/>
          <a:p>
            <a:pPr algn="ctr"/>
            <a:r>
              <a:rPr lang="it-IT" altLang="en-US" sz="1400" b="1">
                <a:latin typeface="Cormorant Garamond" charset="0"/>
                <a:cs typeface="Cormorant Garamond" charset="0"/>
              </a:rPr>
              <a:t>L</a:t>
            </a:r>
            <a:endParaRPr lang="it-IT" altLang="en-US" sz="1400" b="1">
              <a:latin typeface="Cormorant Garamond" charset="0"/>
              <a:cs typeface="Cormorant Garamond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 flipH="1">
            <a:off x="4495800" y="4503420"/>
            <a:ext cx="97155" cy="419100"/>
          </a:xfrm>
          <a:prstGeom prst="line">
            <a:avLst/>
          </a:prstGeom>
          <a:ln w="31750" cap="flat" cmpd="sng" algn="ctr">
            <a:solidFill>
              <a:srgbClr val="BEBEBE">
                <a:alpha val="70000"/>
              </a:srgbClr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790" y="4045585"/>
            <a:ext cx="457200" cy="729615"/>
          </a:xfrm>
          <a:prstGeom prst="rect">
            <a:avLst/>
          </a:prstGeom>
        </p:spPr>
      </p:pic>
      <p:sp>
        <p:nvSpPr>
          <p:cNvPr id="58" name="Text Box 57"/>
          <p:cNvSpPr txBox="1"/>
          <p:nvPr/>
        </p:nvSpPr>
        <p:spPr>
          <a:xfrm>
            <a:off x="7158355" y="4226560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it-IT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schemeClr val="tx1">
                      <a:alpha val="70000"/>
                    </a:schemeClr>
                  </a:outerShdw>
                </a:effectLst>
                <a:latin typeface="Calisto MT" panose="02040603050505030304" charset="0"/>
                <a:cs typeface="Calisto MT" panose="02040603050505030304" charset="0"/>
              </a:rPr>
              <a:t>6</a:t>
            </a:r>
            <a:endParaRPr lang="it-IT" altLang="en-US" sz="1400" b="1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schemeClr val="tx1">
                    <a:alpha val="70000"/>
                  </a:schemeClr>
                </a:outerShdw>
              </a:effectLst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35370" y="2816225"/>
            <a:ext cx="289560" cy="2768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it-IT" altLang="en-US" sz="1400" b="1">
                <a:ln w="3175">
                  <a:solidFill>
                    <a:sysClr val="windowText" lastClr="00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Calisto MT" panose="02040603050505030304" charset="0"/>
                <a:cs typeface="Calisto MT" panose="02040603050505030304" charset="0"/>
              </a:rPr>
              <a:t>8</a:t>
            </a:r>
            <a:endParaRPr lang="it-IT" altLang="en-US" sz="1400" b="1">
              <a:ln w="3175">
                <a:solidFill>
                  <a:sysClr val="windowText" lastClr="000000"/>
                </a:solidFill>
                <a:prstDash val="solid"/>
              </a:ln>
              <a:solidFill>
                <a:srgbClr val="FF0000"/>
              </a:solidFill>
              <a:effectLst/>
              <a:latin typeface="Calisto MT" panose="02040603050505030304" charset="0"/>
              <a:cs typeface="Calisto MT" panose="0204060305050503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Presentation</Application>
  <PresentationFormat>Widescreen</PresentationFormat>
  <Paragraphs>132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Calisto MT</vt:lpstr>
      <vt:lpstr>Cormorant Garamond SemiBold</vt:lpstr>
      <vt:lpstr>Cormorant Garamond</vt:lpstr>
      <vt:lpstr>WPS</vt:lpstr>
      <vt:lpstr>1_WPS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Gianluca.TATA</dc:creator>
  <cp:lastModifiedBy>Gianluca.TATA</cp:lastModifiedBy>
  <cp:revision>2</cp:revision>
  <dcterms:created xsi:type="dcterms:W3CDTF">2026-07-01T13:58:22Z</dcterms:created>
  <dcterms:modified xsi:type="dcterms:W3CDTF">2026-07-01T15:08:51Z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073D1E1AE0104FF2B6C5FC45649E7076_11</vt:lpwstr>
  </property>
</Properties>
</file>